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94660"/>
  </p:normalViewPr>
  <p:slideViewPr>
    <p:cSldViewPr snapToGrid="0">
      <p:cViewPr varScale="1">
        <p:scale>
          <a:sx n="71" d="100"/>
          <a:sy n="71" d="100"/>
        </p:scale>
        <p:origin x="90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C24C-604E-BB65-072E-816AAF675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9BDB1-E1A3-65A7-3D94-87F5F40B3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FA834-80B5-5CE8-37EE-5B4D3832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FF4-332D-4ABC-A076-41BCA3DFB71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E01B6-AF24-595E-FDA3-F1338EBB8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5A58-8816-4F36-D08E-FE62ED12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3C28-903F-41A0-8759-CDC7428E3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8A0B7-378D-0F69-267F-578F73DFB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E3018-76BD-787C-A7BD-792AE35B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104CF-7363-9542-BD97-BBF0870A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FF4-332D-4ABC-A076-41BCA3DFB71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5794A-2B2C-9D94-522C-466968111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37A17-2005-8558-A0A9-1A426A8A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3C28-903F-41A0-8759-CDC7428E3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0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9CA0-CD47-CDE3-BBE0-843C2DF9C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6F97E-2A36-EC6C-7AF3-10FE80CE6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98735-6D82-2332-D94B-932C95B2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FF4-332D-4ABC-A076-41BCA3DFB71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4D707-7A9B-C5FC-2D5A-0E950BC7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08B24-E26C-C6DE-4FE6-3FB042F4C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3C28-903F-41A0-8759-CDC7428E3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86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492E-B2F2-E3A8-F297-0F0ECB25E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73001-E49C-BCF1-30F4-5B60D1495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0688D-6181-85EF-A2C8-C528C73F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5247D-E959-1BF0-9883-9E5114589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FF4-332D-4ABC-A076-41BCA3DFB71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AC7A6-6396-CBB5-386A-0AB0A1C74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DFE35-A0F4-3CE4-403D-484737C1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3C28-903F-41A0-8759-CDC7428E3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7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5D78-C668-DA3E-8257-3894D2702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80B2A-0A20-3714-C6B4-6D3C467AA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7CA10-3899-AB04-5EE5-9BB1FA607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00ED64-386B-3CA6-5B4A-C1C2C1570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E6478B-F790-8E9D-62C8-3A8153825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C8D593-08B9-886A-40C8-02AD8F0FD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FF4-332D-4ABC-A076-41BCA3DFB71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DF197A-D342-26F5-0D57-270474194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FC43FE-0DF7-5EBF-9D61-6424B922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3C28-903F-41A0-8759-CDC7428E3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357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7982-5B8B-A3EF-C9F6-947C62DF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EBEEF4-41EE-0342-A03A-CFC0F15E6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FF4-332D-4ABC-A076-41BCA3DFB71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DB90E-3118-5D9A-DDF4-83F0CD23E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075E8-4779-5056-5271-4A24C3F3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3C28-903F-41A0-8759-CDC7428E3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65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7A70A-1E33-909F-E41C-13EECDAE3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FF4-332D-4ABC-A076-41BCA3DFB71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CF1300-A5A6-3364-21A8-F6E68C0C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DDD6A-6F07-BF04-1093-12416A2C5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3C28-903F-41A0-8759-CDC7428E3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52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C514D-0736-8BDB-CE53-076F6960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1D4FD-3353-E719-9A3E-341765E4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97F00-5BBD-A1FE-34CE-9F4EBAAC4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32232-A652-1C62-DD57-273E460B0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FF4-332D-4ABC-A076-41BCA3DFB71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5C135-EB25-4ADE-7E5F-598F55EB0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C8AAF-67FD-C483-C6F1-B7C1A88E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3C28-903F-41A0-8759-CDC7428E3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20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3C500-B3D5-C5B8-011E-D47162BEE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36BB8D-721A-ECD1-5166-ADA0A0D99F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EAAC7-2DF3-A975-BDD0-33FDB439F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17212-28DE-EE6A-C0FA-9351E2816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FF4-332D-4ABC-A076-41BCA3DFB71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C62BF-F947-FF03-6A20-EEE85FB3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3BD38-441B-68F2-33E3-F60E9368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3C28-903F-41A0-8759-CDC7428E3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0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5D38-F728-E967-691B-E917FB39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95D34-518A-2AF3-B856-43585F2AA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4A8F0-1DB5-35DB-6050-C669774E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FF4-332D-4ABC-A076-41BCA3DFB71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371ED-8677-CFF3-8333-E89CCEA2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6B278-6E2D-5530-EFE0-7BA9DBC2A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3C28-903F-41A0-8759-CDC7428E3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03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C6552-7EC8-D258-1B3D-C586001F1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F47C2-41B7-994A-5497-91F2AA2DA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1BC5F-8320-6983-4CA1-BDE92C99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FF4-332D-4ABC-A076-41BCA3DFB71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E5D03-F262-C62B-693D-39473990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CF5CD-0D97-1467-9A73-6AC9EA5E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3C28-903F-41A0-8759-CDC7428E3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4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BDDFC4-4F04-5318-D693-ED887924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C8484-7C8B-7581-9351-802D69FC2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58E33-21EE-7577-E24F-2F4CF245B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A57FF4-332D-4ABC-A076-41BCA3DFB71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077A2-D176-133A-FD47-ABF95A10A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119EB-9496-8FC7-733A-A9CE503C9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63C28-903F-41A0-8759-CDC7428E3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5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5DFB-69F7-B7CB-08D1-9BD14D97A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FD5AA-DB2E-60B4-94FF-A608344D38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79CBC-F54E-990D-754A-6D58E064A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34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1A5E35-917D-9DF9-45FF-D5012D1CC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116" cy="685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575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A4305F-DBEC-5EB1-A666-80F5D0990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64278" cy="69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24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Azhar Soomro</dc:creator>
  <cp:lastModifiedBy>Azhar Soomro</cp:lastModifiedBy>
  <cp:revision>1</cp:revision>
  <dcterms:created xsi:type="dcterms:W3CDTF">2026-05-10T03:05:30Z</dcterms:created>
  <dcterms:modified xsi:type="dcterms:W3CDTF">2026-05-10T03:05:58Z</dcterms:modified>
</cp:coreProperties>
</file>